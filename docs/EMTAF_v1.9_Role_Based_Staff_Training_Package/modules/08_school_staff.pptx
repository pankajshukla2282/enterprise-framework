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School Staff</a:t>
            </a:r>
          </a:p>
          <a:p>
            <a:pPr>
              <a:defRPr sz="2200"/>
            </a:pPr>
            <a:r>
              <a:t>School administrators, teachers and support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student/class context correctly.</a:t>
            </a:r>
          </a:p>
          <a:p>
            <a:pPr>
              <a:spcAft>
                <a:spcPts val="800"/>
              </a:spcAft>
              <a:defRPr sz="1900"/>
            </a:pPr>
            <a:r>
              <a:t>Manage attendance and academic workflows within role.</a:t>
            </a:r>
          </a:p>
          <a:p>
            <a:pPr>
              <a:spcAft>
                <a:spcPts val="800"/>
              </a:spcAft>
              <a:defRPr sz="1900"/>
            </a:pPr>
            <a:r>
              <a:t>Protect student information.</a:t>
            </a:r>
          </a:p>
          <a:p>
            <a:pPr>
              <a:spcAft>
                <a:spcPts val="800"/>
              </a:spcAft>
              <a:defRPr sz="1900"/>
            </a:pPr>
            <a:r>
              <a:t>Apply controlled correction procedures.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Attendance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Open the correct class/date.</a:t>
            </a:r>
          </a:p>
          <a:p>
            <a:pPr>
              <a:spcAft>
                <a:spcPts val="800"/>
              </a:spcAft>
              <a:defRPr sz="1900"/>
            </a:pPr>
            <a:r>
              <a:t>Verify student identity.</a:t>
            </a:r>
          </a:p>
          <a:p>
            <a:pPr>
              <a:spcAft>
                <a:spcPts val="800"/>
              </a:spcAft>
              <a:defRPr sz="1900"/>
            </a:pPr>
            <a:r>
              <a:t>Record attendance once.</a:t>
            </a:r>
          </a:p>
          <a:p>
            <a:pPr>
              <a:spcAft>
                <a:spcPts val="800"/>
              </a:spcAft>
              <a:defRPr sz="1900"/>
            </a:pPr>
            <a:r>
              <a:t>Use the correction process for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Student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Access only students relevant to your role.</a:t>
            </a:r>
          </a:p>
          <a:p>
            <a:pPr>
              <a:spcAft>
                <a:spcPts val="800"/>
              </a:spcAft>
              <a:defRPr sz="1900"/>
            </a:pPr>
            <a:r>
              <a:t>Verify identity before editing.</a:t>
            </a:r>
          </a:p>
          <a:p>
            <a:pPr>
              <a:spcAft>
                <a:spcPts val="800"/>
              </a:spcAft>
              <a:defRPr sz="1900"/>
            </a:pPr>
            <a:r>
              <a:t>Do not share records outside approved channels.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Wrong-student update.</a:t>
            </a:r>
          </a:p>
          <a:p>
            <a:pPr>
              <a:spcAft>
                <a:spcPts val="800"/>
              </a:spcAft>
              <a:defRPr sz="1900"/>
            </a:pPr>
            <a:r>
              <a:t>Unauthorized academic data access.</a:t>
            </a:r>
          </a:p>
          <a:p>
            <a:pPr>
              <a:spcAft>
                <a:spcPts val="800"/>
              </a:spcAft>
              <a:defRPr sz="1900"/>
            </a:pPr>
            <a:r>
              <a:t>Improper disclosure.</a:t>
            </a:r>
          </a:p>
          <a:p>
            <a:pPr>
              <a:spcAft>
                <a:spcPts val="800"/>
              </a:spcAft>
              <a:defRPr sz="1900"/>
            </a:pPr>
            <a:r>
              <a:t>Untracked corrections.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Confirm class/student context.</a:t>
            </a:r>
          </a:p>
          <a:p>
            <a:pPr>
              <a:spcAft>
                <a:spcPts val="800"/>
              </a:spcAft>
              <a:defRPr sz="1900"/>
            </a:pPr>
            <a:r>
              <a:t>Use role permissions.</a:t>
            </a:r>
          </a:p>
          <a:p>
            <a:pPr>
              <a:spcAft>
                <a:spcPts val="800"/>
              </a:spcAft>
              <a:defRPr sz="1900"/>
            </a:pPr>
            <a:r>
              <a:t>Review before saving.</a:t>
            </a:r>
          </a:p>
          <a:p>
            <a:pPr>
              <a:spcAft>
                <a:spcPts val="800"/>
              </a:spcAft>
              <a:defRPr sz="1900"/>
            </a:pPr>
            <a:r>
              <a:t>Preserve correction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Stop if identity/class context is unclear.</a:t>
            </a:r>
          </a:p>
          <a:p>
            <a:pPr>
              <a:spcAft>
                <a:spcPts val="800"/>
              </a:spcAft>
              <a:defRPr sz="1900"/>
            </a:pPr>
            <a:r>
              <a:t>Escalate privacy or record-integrity issues to the authorized administrator.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