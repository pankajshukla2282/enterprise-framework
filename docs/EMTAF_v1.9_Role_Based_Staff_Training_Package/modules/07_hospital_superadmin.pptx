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Hospital Superadmin</a:t>
            </a:r>
          </a:p>
          <a:p>
            <a:pPr>
              <a:defRPr sz="2200"/>
            </a:pPr>
            <a:r>
              <a:t>Tenant superadministrators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Administer tenant configuration and access.</a:t>
            </a:r>
          </a:p>
          <a:p>
            <a:pPr>
              <a:spcAft>
                <a:spcPts val="800"/>
              </a:spcAft>
              <a:defRPr sz="1900"/>
            </a:pPr>
            <a:r>
              <a:t>Control role assignment.</a:t>
            </a:r>
          </a:p>
          <a:p>
            <a:pPr>
              <a:spcAft>
                <a:spcPts val="800"/>
              </a:spcAft>
              <a:defRPr sz="1900"/>
            </a:pPr>
            <a:r>
              <a:t>Monitor audit and operational risks.</a:t>
            </a:r>
          </a:p>
          <a:p>
            <a:pPr>
              <a:spcAft>
                <a:spcPts val="800"/>
              </a:spcAft>
              <a:defRPr sz="1900"/>
            </a:pPr>
            <a:r>
              <a:t>Separate administrative authority from business approval where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Add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identity and employment/relationship.</a:t>
            </a:r>
          </a:p>
          <a:p>
            <a:pPr>
              <a:spcAft>
                <a:spcPts val="800"/>
              </a:spcAft>
              <a:defRPr sz="1900"/>
            </a:pPr>
            <a:r>
              <a:t>Assign minimum required role.</a:t>
            </a:r>
          </a:p>
          <a:p>
            <a:pPr>
              <a:spcAft>
                <a:spcPts val="800"/>
              </a:spcAft>
              <a:defRPr sz="1900"/>
            </a:pPr>
            <a:r>
              <a:t>Confirm tenant membership.</a:t>
            </a:r>
          </a:p>
          <a:p>
            <a:pPr>
              <a:spcAft>
                <a:spcPts val="800"/>
              </a:spcAft>
              <a:defRPr sz="1900"/>
            </a:pPr>
            <a:r>
              <a:t>Review access periodically.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Access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Review active users and roles.</a:t>
            </a:r>
          </a:p>
          <a:p>
            <a:pPr>
              <a:spcAft>
                <a:spcPts val="800"/>
              </a:spcAft>
              <a:defRPr sz="1900"/>
            </a:pPr>
            <a:r>
              <a:t>Remove stale access.</a:t>
            </a:r>
          </a:p>
          <a:p>
            <a:pPr>
              <a:spcAft>
                <a:spcPts val="800"/>
              </a:spcAft>
              <a:defRPr sz="1900"/>
            </a:pPr>
            <a:r>
              <a:t>Investigate unusual access patterns.</a:t>
            </a:r>
          </a:p>
          <a:p>
            <a:pPr>
              <a:spcAft>
                <a:spcPts val="800"/>
              </a:spcAft>
              <a:defRPr sz="1900"/>
            </a:pPr>
            <a:r>
              <a:t>Document exceptions and approvals.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Privilege escalation.</a:t>
            </a:r>
          </a:p>
          <a:p>
            <a:pPr>
              <a:spcAft>
                <a:spcPts val="800"/>
              </a:spcAft>
              <a:defRPr sz="1900"/>
            </a:pPr>
            <a:r>
              <a:t>Stale accounts.</a:t>
            </a:r>
          </a:p>
          <a:p>
            <a:pPr>
              <a:spcAft>
                <a:spcPts val="800"/>
              </a:spcAft>
              <a:defRPr sz="1900"/>
            </a:pPr>
            <a:r>
              <a:t>Cross-tenant access.</a:t>
            </a:r>
          </a:p>
          <a:p>
            <a:pPr>
              <a:spcAft>
                <a:spcPts val="800"/>
              </a:spcAft>
              <a:defRPr sz="1900"/>
            </a:pPr>
            <a:r>
              <a:t>Concentration of approval authority.</a:t>
            </a:r>
          </a:p>
          <a:p>
            <a:pPr>
              <a:spcAft>
                <a:spcPts val="800"/>
              </a:spcAft>
              <a:defRPr sz="1900"/>
            </a:pPr>
            <a:r>
              <a:t>Untracked administrative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Review access regularly.</a:t>
            </a:r>
          </a:p>
          <a:p>
            <a:pPr>
              <a:spcAft>
                <a:spcPts val="800"/>
              </a:spcAft>
              <a:defRPr sz="1900"/>
            </a:pPr>
            <a:r>
              <a:t>Use least privilege.</a:t>
            </a:r>
          </a:p>
          <a:p>
            <a:pPr>
              <a:spcAft>
                <a:spcPts val="800"/>
              </a:spcAft>
              <a:defRPr sz="1900"/>
            </a:pPr>
            <a:r>
              <a:t>Separate duties where possible.</a:t>
            </a:r>
          </a:p>
          <a:p>
            <a:pPr>
              <a:spcAft>
                <a:spcPts val="800"/>
              </a:spcAft>
              <a:defRPr sz="1900"/>
            </a:pPr>
            <a:r>
              <a:t>Monitor audit events.</a:t>
            </a:r>
          </a:p>
          <a:p>
            <a:pPr>
              <a:spcAft>
                <a:spcPts val="800"/>
              </a:spcAft>
              <a:defRPr sz="1900"/>
            </a:pPr>
            <a:r>
              <a:t>Keep emergency access controlled.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Escalate suspected compromise immediately.</a:t>
            </a:r>
          </a:p>
          <a:p>
            <a:pPr>
              <a:spcAft>
                <a:spcPts val="800"/>
              </a:spcAft>
              <a:defRPr sz="1900"/>
            </a:pPr>
            <a:r>
              <a:t>Do not delete audit evidence.</a:t>
            </a:r>
          </a:p>
          <a:p>
            <a:pPr>
              <a:spcAft>
                <a:spcPts val="800"/>
              </a:spcAft>
              <a:defRPr sz="1900"/>
            </a:pPr>
            <a:r>
              <a:t>Use controlled emergency procedures for urgent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