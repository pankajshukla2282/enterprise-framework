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EMTAF Basics &amp; Security</a:t>
            </a:r>
          </a:p>
          <a:p>
            <a:pPr>
              <a:defRPr sz="2200"/>
            </a:pPr>
            <a:r>
              <a:t>All staff and contractors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Role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Understand tenant context and role-based access.</a:t>
            </a:r>
          </a:p>
          <a:p>
            <a:pPr>
              <a:spcAft>
                <a:spcPts val="800"/>
              </a:spcAft>
              <a:defRPr sz="1900"/>
            </a:pPr>
            <a:r>
              <a:t>Protect sensitive information.</a:t>
            </a:r>
          </a:p>
          <a:p>
            <a:pPr>
              <a:spcAft>
                <a:spcPts val="800"/>
              </a:spcAft>
              <a:defRPr sz="1900"/>
            </a:pPr>
            <a:r>
              <a:t>Use supported workflows and preserve audit trails.</a:t>
            </a:r>
          </a:p>
          <a:p>
            <a:pPr>
              <a:spcAft>
                <a:spcPts val="800"/>
              </a:spcAft>
              <a:defRPr sz="1900"/>
            </a:pPr>
            <a:r>
              <a:t>Recognize and escalate incidents.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Role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Use only the tenant and records assigned to your work.</a:t>
            </a:r>
          </a:p>
          <a:p>
            <a:pPr>
              <a:spcAft>
                <a:spcPts val="800"/>
              </a:spcAft>
              <a:defRPr sz="1900"/>
            </a:pPr>
            <a:r>
              <a:t>Follow least-privilege access; do not work around a permission restriction.</a:t>
            </a:r>
          </a:p>
          <a:p>
            <a:pPr>
              <a:spcAft>
                <a:spcPts val="800"/>
              </a:spcAft>
              <a:defRPr sz="1900"/>
            </a:pPr>
            <a:r>
              <a:t>Verify identity, tenant and record context before critical actions.</a:t>
            </a:r>
          </a:p>
          <a:p>
            <a:pPr>
              <a:spcAft>
                <a:spcPts val="800"/>
              </a:spcAft>
              <a:defRPr sz="1900"/>
            </a:pPr>
            <a:r>
              <a:t>Preserve auditability: correct mistakes through supported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Start of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Sign in with your own account.</a:t>
            </a:r>
          </a:p>
          <a:p>
            <a:pPr>
              <a:spcAft>
                <a:spcPts val="800"/>
              </a:spcAft>
              <a:defRPr sz="1900"/>
            </a:pPr>
            <a:r>
              <a:t>Confirm tenant/organization and role.</a:t>
            </a:r>
          </a:p>
          <a:p>
            <a:pPr>
              <a:spcAft>
                <a:spcPts val="800"/>
              </a:spcAft>
              <a:defRPr sz="1900"/>
            </a:pPr>
            <a:r>
              <a:t>Review the correct work queue/dashboard.</a:t>
            </a:r>
          </a:p>
          <a:p>
            <a:pPr>
              <a:spcAft>
                <a:spcPts val="800"/>
              </a:spcAft>
              <a:defRPr sz="1900"/>
            </a:pPr>
            <a:r>
              <a:t>Never use a colleague's account.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Wrong tenant or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Stop before saving.</a:t>
            </a:r>
          </a:p>
          <a:p>
            <a:pPr>
              <a:spcAft>
                <a:spcPts val="800"/>
              </a:spcAft>
              <a:defRPr sz="1900"/>
            </a:pPr>
            <a:r>
              <a:t>Verify tenant and record identifiers.</a:t>
            </a:r>
          </a:p>
          <a:p>
            <a:pPr>
              <a:spcAft>
                <a:spcPts val="800"/>
              </a:spcAft>
              <a:defRPr sz="1900"/>
            </a:pPr>
            <a:r>
              <a:t>If access is unexpected, report it rather than exploring unrelated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Failed critical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Do not repeatedly submit blindly.</a:t>
            </a:r>
          </a:p>
          <a:p>
            <a:pPr>
              <a:spcAft>
                <a:spcPts val="800"/>
              </a:spcAft>
              <a:defRPr sz="1900"/>
            </a:pPr>
            <a:r>
              <a:t>Check the result/audit reference.</a:t>
            </a:r>
          </a:p>
          <a:p>
            <a:pPr>
              <a:spcAft>
                <a:spcPts val="800"/>
              </a:spcAft>
              <a:defRPr sz="1900"/>
            </a:pPr>
            <a:r>
              <a:t>Escalate uncertain transactions before retrying.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Risks to recognize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Tenant mix-up or cross-tenant access.</a:t>
            </a:r>
          </a:p>
          <a:p>
            <a:pPr>
              <a:spcAft>
                <a:spcPts val="800"/>
              </a:spcAft>
              <a:defRPr sz="1900"/>
            </a:pPr>
            <a:r>
              <a:t>Credential sharing.</a:t>
            </a:r>
          </a:p>
          <a:p>
            <a:pPr>
              <a:spcAft>
                <a:spcPts val="800"/>
              </a:spcAft>
              <a:defRPr sz="1900"/>
            </a:pPr>
            <a:r>
              <a:t>Sensitive-data disclosure.</a:t>
            </a:r>
          </a:p>
          <a:p>
            <a:pPr>
              <a:spcAft>
                <a:spcPts val="800"/>
              </a:spcAft>
              <a:defRPr sz="1900"/>
            </a:pPr>
            <a:r>
              <a:t>Duplicate or inconsistent transactions.</a:t>
            </a:r>
          </a:p>
          <a:p>
            <a:pPr>
              <a:spcAft>
                <a:spcPts val="800"/>
              </a:spcAft>
              <a:defRPr sz="1900"/>
            </a:pPr>
            <a:r>
              <a:t>Unapproved exports or screenshots.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Daily competency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Can identify tenant and role.</a:t>
            </a:r>
          </a:p>
          <a:p>
            <a:pPr>
              <a:spcAft>
                <a:spcPts val="800"/>
              </a:spcAft>
              <a:defRPr sz="1900"/>
            </a:pPr>
            <a:r>
              <a:t>Can explain least privilege.</a:t>
            </a:r>
          </a:p>
          <a:p>
            <a:pPr>
              <a:spcAft>
                <a:spcPts val="800"/>
              </a:spcAft>
              <a:defRPr sz="1900"/>
            </a:pPr>
            <a:r>
              <a:t>Can recognize sensitive data.</a:t>
            </a:r>
          </a:p>
          <a:p>
            <a:pPr>
              <a:spcAft>
                <a:spcPts val="800"/>
              </a:spcAft>
              <a:defRPr sz="1900"/>
            </a:pPr>
            <a:r>
              <a:t>Can describe the escalation path.</a:t>
            </a:r>
          </a:p>
          <a:p>
            <a:pPr>
              <a:spcAft>
                <a:spcPts val="800"/>
              </a:spcAft>
              <a:defRPr sz="1900"/>
            </a:pPr>
            <a:r>
              <a:t>Can avoid unsafe retries.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When something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Stop the activity when safe.</a:t>
            </a:r>
          </a:p>
          <a:p>
            <a:pPr>
              <a:spcAft>
                <a:spcPts val="800"/>
              </a:spcAft>
              <a:defRPr sz="1900"/>
            </a:pPr>
            <a:r>
              <a:t>Record tenant, record and time/reference.</a:t>
            </a:r>
          </a:p>
          <a:p>
            <a:pPr>
              <a:spcAft>
                <a:spcPts val="800"/>
              </a:spcAft>
              <a:defRPr sz="1900"/>
            </a:pPr>
            <a:r>
              <a:t>Do not alter database data manually.</a:t>
            </a:r>
          </a:p>
          <a:p>
            <a:pPr>
              <a:spcAft>
                <a:spcPts val="800"/>
              </a:spcAft>
              <a:defRPr sz="1900"/>
            </a:pPr>
            <a:r>
              <a:t>Use the organization's incident/escalation channel.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1. What tenant are you working in?</a:t>
            </a:r>
          </a:p>
          <a:p>
            <a:pPr>
              <a:spcAft>
                <a:spcPts val="800"/>
              </a:spcAft>
              <a:defRPr sz="1900"/>
            </a:pPr>
            <a:r>
              <a:t>2. Which actions require your role and which require another role?</a:t>
            </a:r>
          </a:p>
          <a:p>
            <a:pPr>
              <a:spcAft>
                <a:spcPts val="800"/>
              </a:spcAft>
              <a:defRPr sz="1900"/>
            </a:pPr>
            <a:r>
              <a:t>3. What should you verify before a critical save/submit?</a:t>
            </a:r>
          </a:p>
          <a:p>
            <a:pPr>
              <a:spcAft>
                <a:spcPts val="800"/>
              </a:spcAft>
              <a:defRPr sz="1900"/>
            </a:pPr>
            <a:r>
              <a:t>4. What should you do when a critical transaction appears to fail?</a:t>
            </a:r>
          </a:p>
          <a:p>
            <a:pPr>
              <a:spcAft>
                <a:spcPts val="800"/>
              </a:spcAft>
              <a:defRPr sz="1900"/>
            </a:pPr>
            <a:r>
              <a:t>5. Who is the approved escalation point for access, privacy, data or financial issues?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