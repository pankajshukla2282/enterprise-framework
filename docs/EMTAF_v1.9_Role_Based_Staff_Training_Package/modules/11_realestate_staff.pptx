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Real Estate Staff</a:t>
            </a:r>
          </a:p>
          <a:p>
            <a:pPr>
              <a:defRPr sz="2200"/>
            </a:pPr>
            <a:r>
              <a:t>Agents, property managers, accountants and tenant/buyer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Manage property, listing, lead, viewing, lease and payment workflows.</a:t>
            </a:r>
          </a:p>
          <a:p>
            <a:pPr>
              <a:spcAft>
                <a:spcPts val="800"/>
              </a:spcAft>
              <a:defRPr sz="1900"/>
            </a:pPr>
            <a:r>
              <a:t>Protect owner/tenant information.</a:t>
            </a:r>
          </a:p>
          <a:p>
            <a:pPr>
              <a:spcAft>
                <a:spcPts val="800"/>
              </a:spcAft>
              <a:defRPr sz="1900"/>
            </a:pPr>
            <a:r>
              <a:t>Keep lease/payment records consistent.</a:t>
            </a:r>
          </a:p>
          <a:p>
            <a:pPr>
              <a:spcAft>
                <a:spcPts val="800"/>
              </a:spcAft>
              <a:defRPr sz="1900"/>
            </a:pPr>
            <a:r>
              <a:t>Respect assignment and tenant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Listing/viewing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property/unit and listing status.</a:t>
            </a:r>
          </a:p>
          <a:p>
            <a:pPr>
              <a:spcAft>
                <a:spcPts val="800"/>
              </a:spcAft>
              <a:defRPr sz="1900"/>
            </a:pPr>
            <a:r>
              <a:t>Confirm prospect/lead context.</a:t>
            </a:r>
          </a:p>
          <a:p>
            <a:pPr>
              <a:spcAft>
                <a:spcPts val="800"/>
              </a:spcAft>
              <a:defRPr sz="1900"/>
            </a:pPr>
            <a:r>
              <a:t>Schedule viewing once.</a:t>
            </a:r>
          </a:p>
          <a:p>
            <a:pPr>
              <a:spcAft>
                <a:spcPts val="800"/>
              </a:spcAft>
              <a:defRPr sz="1900"/>
            </a:pPr>
            <a:r>
              <a:t>Protect owner/tenant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Lease/payment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unit and lease.</a:t>
            </a:r>
          </a:p>
          <a:p>
            <a:pPr>
              <a:spcAft>
                <a:spcPts val="800"/>
              </a:spcAft>
              <a:defRPr sz="1900"/>
            </a:pPr>
            <a:r>
              <a:t>Confirm payment amount/reference.</a:t>
            </a:r>
          </a:p>
          <a:p>
            <a:pPr>
              <a:spcAft>
                <a:spcPts val="800"/>
              </a:spcAft>
              <a:defRPr sz="1900"/>
            </a:pPr>
            <a:r>
              <a:t>Record once and reconcile.</a:t>
            </a:r>
          </a:p>
          <a:p>
            <a:pPr>
              <a:spcAft>
                <a:spcPts val="800"/>
              </a:spcAft>
              <a:defRPr sz="1900"/>
            </a:pPr>
            <a:r>
              <a:t>Use controlled amendment process for lease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Disclosure of owner/tenant data.</a:t>
            </a:r>
          </a:p>
          <a:p>
            <a:pPr>
              <a:spcAft>
                <a:spcPts val="800"/>
              </a:spcAft>
              <a:defRPr sz="1900"/>
            </a:pPr>
            <a:r>
              <a:t>Wrong property/unit.</a:t>
            </a:r>
          </a:p>
          <a:p>
            <a:pPr>
              <a:spcAft>
                <a:spcPts val="800"/>
              </a:spcAft>
              <a:defRPr sz="1900"/>
            </a:pPr>
            <a:r>
              <a:t>Duplicate lead/viewing.</a:t>
            </a:r>
          </a:p>
          <a:p>
            <a:pPr>
              <a:spcAft>
                <a:spcPts val="800"/>
              </a:spcAft>
              <a:defRPr sz="1900"/>
            </a:pPr>
            <a:r>
              <a:t>Unauthorized lease change.</a:t>
            </a:r>
          </a:p>
          <a:p>
            <a:pPr>
              <a:spcAft>
                <a:spcPts val="800"/>
              </a:spcAft>
              <a:defRPr sz="1900"/>
            </a:pPr>
            <a:r>
              <a:t>Wrong-account payment.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property/unit/lease.</a:t>
            </a:r>
          </a:p>
          <a:p>
            <a:pPr>
              <a:spcAft>
                <a:spcPts val="800"/>
              </a:spcAft>
              <a:defRPr sz="1900"/>
            </a:pPr>
            <a:r>
              <a:t>Check assignment.</a:t>
            </a:r>
          </a:p>
          <a:p>
            <a:pPr>
              <a:spcAft>
                <a:spcPts val="800"/>
              </a:spcAft>
              <a:defRPr sz="1900"/>
            </a:pPr>
            <a:r>
              <a:t>Reconcile payments.</a:t>
            </a:r>
          </a:p>
          <a:p>
            <a:pPr>
              <a:spcAft>
                <a:spcPts val="800"/>
              </a:spcAft>
              <a:defRPr sz="1900"/>
            </a:pPr>
            <a:r>
              <a:t>Use least privilege.</a:t>
            </a:r>
          </a:p>
          <a:p>
            <a:pPr>
              <a:spcAft>
                <a:spcPts val="800"/>
              </a:spcAft>
              <a:defRPr sz="1900"/>
            </a:pPr>
            <a:r>
              <a:t>Preserve audit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when property/lease identity is uncertain.</a:t>
            </a:r>
          </a:p>
          <a:p>
            <a:pPr>
              <a:spcAft>
                <a:spcPts val="800"/>
              </a:spcAft>
              <a:defRPr sz="1900"/>
            </a:pPr>
            <a:r>
              <a:t>Escalate privacy, contract or payment discrepancies.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