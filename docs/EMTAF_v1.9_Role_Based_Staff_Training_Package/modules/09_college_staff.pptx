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College Staff</a:t>
            </a:r>
          </a:p>
          <a:p>
            <a:pPr>
              <a:defRPr sz="2200"/>
            </a:pPr>
            <a:r>
              <a:t>College administrators, faculty and support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Manage student/course context safely.</a:t>
            </a:r>
          </a:p>
          <a:p>
            <a:pPr>
              <a:spcAft>
                <a:spcPts val="800"/>
              </a:spcAft>
              <a:defRPr sz="1900"/>
            </a:pPr>
            <a:r>
              <a:t>Use enrollment, attendance, exam and fee workflows appropriately.</a:t>
            </a:r>
          </a:p>
          <a:p>
            <a:pPr>
              <a:spcAft>
                <a:spcPts val="800"/>
              </a:spcAft>
              <a:defRPr sz="1900"/>
            </a:pPr>
            <a:r>
              <a:t>Protect academic records.</a:t>
            </a:r>
          </a:p>
          <a:p>
            <a:pPr>
              <a:spcAft>
                <a:spcPts val="800"/>
              </a:spcAft>
              <a:defRPr sz="1900"/>
            </a:pPr>
            <a:r>
              <a:t>Preserve controlled result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Enrollment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student and term.</a:t>
            </a:r>
          </a:p>
          <a:p>
            <a:pPr>
              <a:spcAft>
                <a:spcPts val="800"/>
              </a:spcAft>
              <a:defRPr sz="1900"/>
            </a:pPr>
            <a:r>
              <a:t>Confirm course availability.</a:t>
            </a:r>
          </a:p>
          <a:p>
            <a:pPr>
              <a:spcAft>
                <a:spcPts val="800"/>
              </a:spcAft>
              <a:defRPr sz="1900"/>
            </a:pPr>
            <a:r>
              <a:t>Submit enrollment once.</a:t>
            </a:r>
          </a:p>
          <a:p>
            <a:pPr>
              <a:spcAft>
                <a:spcPts val="800"/>
              </a:spcAft>
              <a:defRPr sz="1900"/>
            </a:pPr>
            <a:r>
              <a:t>Verify final status.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Exam/result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course and student.</a:t>
            </a:r>
          </a:p>
          <a:p>
            <a:pPr>
              <a:spcAft>
                <a:spcPts val="800"/>
              </a:spcAft>
              <a:defRPr sz="1900"/>
            </a:pPr>
            <a:r>
              <a:t>Use authorized entry/publication workflow.</a:t>
            </a:r>
          </a:p>
          <a:p>
            <a:pPr>
              <a:spcAft>
                <a:spcPts val="800"/>
              </a:spcAft>
              <a:defRPr sz="1900"/>
            </a:pPr>
            <a:r>
              <a:t>Follow correction approval rules.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Wrong student/course.</a:t>
            </a:r>
          </a:p>
          <a:p>
            <a:pPr>
              <a:spcAft>
                <a:spcPts val="800"/>
              </a:spcAft>
              <a:defRPr sz="1900"/>
            </a:pPr>
            <a:r>
              <a:t>Unauthorized result changes.</a:t>
            </a:r>
          </a:p>
          <a:p>
            <a:pPr>
              <a:spcAft>
                <a:spcPts val="800"/>
              </a:spcAft>
              <a:defRPr sz="1900"/>
            </a:pPr>
            <a:r>
              <a:t>Fee/enrollment mismatch.</a:t>
            </a:r>
          </a:p>
          <a:p>
            <a:pPr>
              <a:spcAft>
                <a:spcPts val="800"/>
              </a:spcAft>
              <a:defRPr sz="1900"/>
            </a:pPr>
            <a:r>
              <a:t>Academic-record disclosure.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term/course/student.</a:t>
            </a:r>
          </a:p>
          <a:p>
            <a:pPr>
              <a:spcAft>
                <a:spcPts val="800"/>
              </a:spcAft>
              <a:defRPr sz="1900"/>
            </a:pPr>
            <a:r>
              <a:t>Use approval workflows.</a:t>
            </a:r>
          </a:p>
          <a:p>
            <a:pPr>
              <a:spcAft>
                <a:spcPts val="800"/>
              </a:spcAft>
              <a:defRPr sz="1900"/>
            </a:pPr>
            <a:r>
              <a:t>Reconcile fee status.</a:t>
            </a:r>
          </a:p>
          <a:p>
            <a:pPr>
              <a:spcAft>
                <a:spcPts val="800"/>
              </a:spcAft>
              <a:defRPr sz="1900"/>
            </a:pPr>
            <a:r>
              <a:t>Protect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Escalate academic integrity, privacy or financial discrepancies; never silently overwrite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