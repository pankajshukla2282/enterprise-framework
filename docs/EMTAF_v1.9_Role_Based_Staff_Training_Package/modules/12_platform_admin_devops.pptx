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Platform Administration &amp; DevOps</a:t>
            </a:r>
          </a:p>
          <a:p>
            <a:pPr>
              <a:defRPr sz="2200"/>
            </a:pPr>
            <a:r>
              <a:t>Platform administrators, SRE/DevOps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Operate Kubernetes and service deployments safely.</a:t>
            </a:r>
          </a:p>
          <a:p>
            <a:pPr>
              <a:spcAft>
                <a:spcPts val="800"/>
              </a:spcAft>
              <a:defRPr sz="1900"/>
            </a:pPr>
            <a:r>
              <a:t>Maintain tenant isolation and service health.</a:t>
            </a:r>
          </a:p>
          <a:p>
            <a:pPr>
              <a:spcAft>
                <a:spcPts val="800"/>
              </a:spcAft>
              <a:defRPr sz="1900"/>
            </a:pPr>
            <a:r>
              <a:t>Manage secrets/images/observability.</a:t>
            </a:r>
          </a:p>
          <a:p>
            <a:pPr>
              <a:spcAft>
                <a:spcPts val="800"/>
              </a:spcAft>
              <a:defRPr sz="1900"/>
            </a:pPr>
            <a:r>
              <a:t>Use controlled production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Deploy a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Build immutable image.</a:t>
            </a:r>
          </a:p>
          <a:p>
            <a:pPr>
              <a:spcAft>
                <a:spcPts val="800"/>
              </a:spcAft>
              <a:defRPr sz="1900"/>
            </a:pPr>
            <a:r>
              <a:t>Run tests/security scans.</a:t>
            </a:r>
          </a:p>
          <a:p>
            <a:pPr>
              <a:spcAft>
                <a:spcPts val="800"/>
              </a:spcAft>
              <a:defRPr sz="1900"/>
            </a:pPr>
            <a:r>
              <a:t>Deploy the target domain only.</a:t>
            </a:r>
          </a:p>
          <a:p>
            <a:pPr>
              <a:spcAft>
                <a:spcPts val="800"/>
              </a:spcAft>
              <a:defRPr sz="1900"/>
            </a:pPr>
            <a:r>
              <a:t>Verify probes, metrics and logs.</a:t>
            </a:r>
          </a:p>
          <a:p>
            <a:pPr>
              <a:spcAft>
                <a:spcPts val="800"/>
              </a:spcAft>
              <a:defRPr sz="1900"/>
            </a:pPr>
            <a:r>
              <a:t>Record release/version.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Identify scope and affected tenant/service.</a:t>
            </a:r>
          </a:p>
          <a:p>
            <a:pPr>
              <a:spcAft>
                <a:spcPts val="800"/>
              </a:spcAft>
              <a:defRPr sz="1900"/>
            </a:pPr>
            <a:r>
              <a:t>Preserve logs/audit evidence.</a:t>
            </a:r>
          </a:p>
          <a:p>
            <a:pPr>
              <a:spcAft>
                <a:spcPts val="800"/>
              </a:spcAft>
              <a:defRPr sz="1900"/>
            </a:pPr>
            <a:r>
              <a:t>Mitigate safely.</a:t>
            </a:r>
          </a:p>
          <a:p>
            <a:pPr>
              <a:spcAft>
                <a:spcPts val="800"/>
              </a:spcAft>
              <a:defRPr sz="1900"/>
            </a:pPr>
            <a:r>
              <a:t>Avoid direct production data edits.</a:t>
            </a:r>
          </a:p>
          <a:p>
            <a:pPr>
              <a:spcAft>
                <a:spcPts val="800"/>
              </a:spcAft>
              <a:defRPr sz="1900"/>
            </a:pPr>
            <a:r>
              <a:t>Document recovery and follow-up.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Secret/image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Rotate through approved secret manager.</a:t>
            </a:r>
          </a:p>
          <a:p>
            <a:pPr>
              <a:spcAft>
                <a:spcPts val="800"/>
              </a:spcAft>
              <a:defRPr sz="1900"/>
            </a:pPr>
            <a:r>
              <a:t>Update deployment safely.</a:t>
            </a:r>
          </a:p>
          <a:p>
            <a:pPr>
              <a:spcAft>
                <a:spcPts val="800"/>
              </a:spcAft>
              <a:defRPr sz="1900"/>
            </a:pPr>
            <a:r>
              <a:t>Verify service health.</a:t>
            </a:r>
          </a:p>
          <a:p>
            <a:pPr>
              <a:spcAft>
                <a:spcPts val="800"/>
              </a:spcAft>
              <a:defRPr sz="1900"/>
            </a:pPr>
            <a:r>
              <a:t>Retire old credentials/images according to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Cross-tenant data exposure.</a:t>
            </a:r>
          </a:p>
          <a:p>
            <a:pPr>
              <a:spcAft>
                <a:spcPts val="800"/>
              </a:spcAft>
              <a:defRPr sz="1900"/>
            </a:pPr>
            <a:r>
              <a:t>Unsafe production change.</a:t>
            </a:r>
          </a:p>
          <a:p>
            <a:pPr>
              <a:spcAft>
                <a:spcPts val="800"/>
              </a:spcAft>
              <a:defRPr sz="1900"/>
            </a:pPr>
            <a:r>
              <a:t>Secret leakage.</a:t>
            </a:r>
          </a:p>
          <a:p>
            <a:pPr>
              <a:spcAft>
                <a:spcPts val="800"/>
              </a:spcAft>
              <a:defRPr sz="1900"/>
            </a:pPr>
            <a:r>
              <a:t>Unsigned/vulnerable image.</a:t>
            </a:r>
          </a:p>
          <a:p>
            <a:pPr>
              <a:spcAft>
                <a:spcPts val="800"/>
              </a:spcAft>
              <a:defRPr sz="1900"/>
            </a:pPr>
            <a:r>
              <a:t>Insufficient observability.</a:t>
            </a:r>
          </a:p>
          <a:p>
            <a:pPr>
              <a:spcAft>
                <a:spcPts val="800"/>
              </a:spcAft>
              <a:defRPr sz="1900"/>
            </a:pPr>
            <a:r>
              <a:t>Data loss during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least privilege.</a:t>
            </a:r>
          </a:p>
          <a:p>
            <a:pPr>
              <a:spcAft>
                <a:spcPts val="800"/>
              </a:spcAft>
              <a:defRPr sz="1900"/>
            </a:pPr>
            <a:r>
              <a:t>Use GitOps/controlled deployment where available.</a:t>
            </a:r>
          </a:p>
          <a:p>
            <a:pPr>
              <a:spcAft>
                <a:spcPts val="800"/>
              </a:spcAft>
              <a:defRPr sz="1900"/>
            </a:pPr>
            <a:r>
              <a:t>Verify image provenance.</a:t>
            </a:r>
          </a:p>
          <a:p>
            <a:pPr>
              <a:spcAft>
                <a:spcPts val="800"/>
              </a:spcAft>
              <a:defRPr sz="1900"/>
            </a:pPr>
            <a:r>
              <a:t>Monitor health/alerts.</a:t>
            </a:r>
          </a:p>
          <a:p>
            <a:pPr>
              <a:spcAft>
                <a:spcPts val="800"/>
              </a:spcAft>
              <a:defRPr sz="1900"/>
            </a:pPr>
            <a:r>
              <a:t>Test backups/restores.</a:t>
            </a:r>
          </a:p>
          <a:p>
            <a:pPr>
              <a:spcAft>
                <a:spcPts val="800"/>
              </a:spcAft>
              <a:defRPr sz="1900"/>
            </a:pPr>
            <a:r>
              <a:t>Keep production changes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Declare incident severity.</a:t>
            </a:r>
          </a:p>
          <a:p>
            <a:pPr>
              <a:spcAft>
                <a:spcPts val="800"/>
              </a:spcAft>
              <a:defRPr sz="1900"/>
            </a:pPr>
            <a:r>
              <a:t>Preserve evidence.</a:t>
            </a:r>
          </a:p>
          <a:p>
            <a:pPr>
              <a:spcAft>
                <a:spcPts val="800"/>
              </a:spcAft>
              <a:defRPr sz="1900"/>
            </a:pPr>
            <a:r>
              <a:t>Use rollback/forward-fix procedures.</a:t>
            </a:r>
          </a:p>
          <a:p>
            <a:pPr>
              <a:spcAft>
                <a:spcPts val="800"/>
              </a:spcAft>
              <a:defRPr sz="1900"/>
            </a:pPr>
            <a:r>
              <a:t>Escalate security/data-loss incidents immediately.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