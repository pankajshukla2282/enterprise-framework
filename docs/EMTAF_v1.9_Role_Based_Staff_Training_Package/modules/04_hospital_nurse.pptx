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Hospital Nurse</a:t>
            </a:r>
          </a:p>
          <a:p>
            <a:pPr>
              <a:defRPr sz="2200"/>
            </a:pPr>
            <a:r>
              <a:t>Nursing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Manage assigned patient workflows.</a:t>
            </a:r>
          </a:p>
          <a:p>
            <a:pPr>
              <a:spcAft>
                <a:spcPts val="800"/>
              </a:spcAft>
              <a:defRPr sz="1900"/>
            </a:pPr>
            <a:r>
              <a:t>Support admissions and bed-related work.</a:t>
            </a:r>
          </a:p>
          <a:p>
            <a:pPr>
              <a:spcAft>
                <a:spcPts val="800"/>
              </a:spcAft>
              <a:defRPr sz="1900"/>
            </a:pPr>
            <a:r>
              <a:t>Document nursing activity accurately.</a:t>
            </a:r>
          </a:p>
          <a:p>
            <a:pPr>
              <a:spcAft>
                <a:spcPts val="800"/>
              </a:spcAft>
              <a:defRPr sz="1900"/>
            </a:pPr>
            <a:r>
              <a:t>Maintain privacy and safe hand-offs.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Admission/bed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Confirm patient and admission context.</a:t>
            </a:r>
          </a:p>
          <a:p>
            <a:pPr>
              <a:spcAft>
                <a:spcPts val="800"/>
              </a:spcAft>
              <a:defRPr sz="1900"/>
            </a:pPr>
            <a:r>
              <a:t>Use the supported bed workflow.</a:t>
            </a:r>
          </a:p>
          <a:p>
            <a:pPr>
              <a:spcAft>
                <a:spcPts val="800"/>
              </a:spcAft>
              <a:defRPr sz="1900"/>
            </a:pPr>
            <a:r>
              <a:t>Verify bed availability/status.</a:t>
            </a:r>
          </a:p>
          <a:p>
            <a:pPr>
              <a:spcAft>
                <a:spcPts val="800"/>
              </a:spcAft>
              <a:defRPr sz="1900"/>
            </a:pPr>
            <a:r>
              <a:t>Do not manually assign a bed outside the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Patient care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Open the correct patient.</a:t>
            </a:r>
          </a:p>
          <a:p>
            <a:pPr>
              <a:spcAft>
                <a:spcPts val="800"/>
              </a:spcAft>
              <a:defRPr sz="1900"/>
            </a:pPr>
            <a:r>
              <a:t>Record the relevant nursing information.</a:t>
            </a:r>
          </a:p>
          <a:p>
            <a:pPr>
              <a:spcAft>
                <a:spcPts val="800"/>
              </a:spcAft>
              <a:defRPr sz="1900"/>
            </a:pPr>
            <a:r>
              <a:t>Review before saving.</a:t>
            </a:r>
          </a:p>
          <a:p>
            <a:pPr>
              <a:spcAft>
                <a:spcPts val="800"/>
              </a:spcAft>
              <a:defRPr sz="1900"/>
            </a:pPr>
            <a:r>
              <a:t>Escalate abnormal or conflicting information through clinical procedures.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Wrong-patient charting.</a:t>
            </a:r>
          </a:p>
          <a:p>
            <a:pPr>
              <a:spcAft>
                <a:spcPts val="800"/>
              </a:spcAft>
              <a:defRPr sz="1900"/>
            </a:pPr>
            <a:r>
              <a:t>Bed/status mismatch.</a:t>
            </a:r>
          </a:p>
          <a:p>
            <a:pPr>
              <a:spcAft>
                <a:spcPts val="800"/>
              </a:spcAft>
              <a:defRPr sz="1900"/>
            </a:pPr>
            <a:r>
              <a:t>Unauthorized clinical changes.</a:t>
            </a:r>
          </a:p>
          <a:p>
            <a:pPr>
              <a:spcAft>
                <a:spcPts val="800"/>
              </a:spcAft>
              <a:defRPr sz="1900"/>
            </a:pPr>
            <a:r>
              <a:t>Privacy during hand-offs.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patient and ward/bed.</a:t>
            </a:r>
          </a:p>
          <a:p>
            <a:pPr>
              <a:spcAft>
                <a:spcPts val="800"/>
              </a:spcAft>
              <a:defRPr sz="1900"/>
            </a:pPr>
            <a:r>
              <a:t>Document promptly.</a:t>
            </a:r>
          </a:p>
          <a:p>
            <a:pPr>
              <a:spcAft>
                <a:spcPts val="800"/>
              </a:spcAft>
              <a:defRPr sz="1900"/>
            </a:pPr>
            <a:r>
              <a:t>Use assigned permissions.</a:t>
            </a:r>
          </a:p>
          <a:p>
            <a:pPr>
              <a:spcAft>
                <a:spcPts val="800"/>
              </a:spcAft>
              <a:defRPr sz="1900"/>
            </a:pPr>
            <a:r>
              <a:t>Check hand-off information.</a:t>
            </a:r>
          </a:p>
          <a:p>
            <a:pPr>
              <a:spcAft>
                <a:spcPts val="800"/>
              </a:spcAft>
              <a:defRPr sz="1900"/>
            </a:pPr>
            <a:r>
              <a:t>Escalate inconsistencies.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if patient/bed context is unclear.</a:t>
            </a:r>
          </a:p>
          <a:p>
            <a:pPr>
              <a:spcAft>
                <a:spcPts val="800"/>
              </a:spcAft>
              <a:defRPr sz="1900"/>
            </a:pPr>
            <a:r>
              <a:t>Do not bypass admission controls.</a:t>
            </a:r>
          </a:p>
          <a:p>
            <a:pPr>
              <a:spcAft>
                <a:spcPts val="800"/>
              </a:spcAft>
              <a:defRPr sz="1900"/>
            </a:pPr>
            <a:r>
              <a:t>Report data or safety concerns immediately through the clinical escalation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