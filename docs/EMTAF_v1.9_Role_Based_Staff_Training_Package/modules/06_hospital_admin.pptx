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Hospital Administrator</a:t>
            </a:r>
          </a:p>
          <a:p>
            <a:pPr>
              <a:defRPr sz="2200"/>
            </a:pPr>
            <a:r>
              <a:t>Hospital operational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Manage operational configuration.</a:t>
            </a:r>
          </a:p>
          <a:p>
            <a:pPr>
              <a:spcAft>
                <a:spcPts val="800"/>
              </a:spcAft>
              <a:defRPr sz="1900"/>
            </a:pPr>
            <a:r>
              <a:t>Coordinate departments/staff/workflows.</a:t>
            </a:r>
          </a:p>
          <a:p>
            <a:pPr>
              <a:spcAft>
                <a:spcPts val="800"/>
              </a:spcAft>
              <a:defRPr sz="1900"/>
            </a:pPr>
            <a:r>
              <a:t>Understand role assignment boundaries.</a:t>
            </a:r>
          </a:p>
          <a:p>
            <a:pPr>
              <a:spcAft>
                <a:spcPts val="800"/>
              </a:spcAft>
              <a:defRPr sz="1900"/>
            </a:pPr>
            <a:r>
              <a:t>Use dashboards and audit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Staff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Confirm business need.</a:t>
            </a:r>
          </a:p>
          <a:p>
            <a:pPr>
              <a:spcAft>
                <a:spcPts val="800"/>
              </a:spcAft>
              <a:defRPr sz="1900"/>
            </a:pPr>
            <a:r>
              <a:t>Assign only required role/permissions.</a:t>
            </a:r>
          </a:p>
          <a:p>
            <a:pPr>
              <a:spcAft>
                <a:spcPts val="800"/>
              </a:spcAft>
              <a:defRPr sz="1900"/>
            </a:pPr>
            <a:r>
              <a:t>Review tenant scope.</a:t>
            </a:r>
          </a:p>
          <a:p>
            <a:pPr>
              <a:spcAft>
                <a:spcPts val="800"/>
              </a:spcAft>
              <a:defRPr sz="1900"/>
            </a:pPr>
            <a:r>
              <a:t>Remove access promptly when no longer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Operational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Review dashboard/audit information.</a:t>
            </a:r>
          </a:p>
          <a:p>
            <a:pPr>
              <a:spcAft>
                <a:spcPts val="800"/>
              </a:spcAft>
              <a:defRPr sz="1900"/>
            </a:pPr>
            <a:r>
              <a:t>Identify affected workflow.</a:t>
            </a:r>
          </a:p>
          <a:p>
            <a:pPr>
              <a:spcAft>
                <a:spcPts val="800"/>
              </a:spcAft>
              <a:defRPr sz="1900"/>
            </a:pPr>
            <a:r>
              <a:t>Coordinate correction with the responsible role.</a:t>
            </a:r>
          </a:p>
          <a:p>
            <a:pPr>
              <a:spcAft>
                <a:spcPts val="800"/>
              </a:spcAft>
              <a:defRPr sz="1900"/>
            </a:pPr>
            <a:r>
              <a:t>Document the resolution.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Over-permission.</a:t>
            </a:r>
          </a:p>
          <a:p>
            <a:pPr>
              <a:spcAft>
                <a:spcPts val="800"/>
              </a:spcAft>
              <a:defRPr sz="1900"/>
            </a:pPr>
            <a:r>
              <a:t>Incorrect tenant configuration.</a:t>
            </a:r>
          </a:p>
          <a:p>
            <a:pPr>
              <a:spcAft>
                <a:spcPts val="800"/>
              </a:spcAft>
              <a:defRPr sz="1900"/>
            </a:pPr>
            <a:r>
              <a:t>Unapproved role escalation.</a:t>
            </a:r>
          </a:p>
          <a:p>
            <a:pPr>
              <a:spcAft>
                <a:spcPts val="800"/>
              </a:spcAft>
              <a:defRPr sz="1900"/>
            </a:pPr>
            <a:r>
              <a:t>Operational changes without auditability.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Review role assignments.</a:t>
            </a:r>
          </a:p>
          <a:p>
            <a:pPr>
              <a:spcAft>
                <a:spcPts val="800"/>
              </a:spcAft>
              <a:defRPr sz="1900"/>
            </a:pPr>
            <a:r>
              <a:t>Use least privilege.</a:t>
            </a:r>
          </a:p>
          <a:p>
            <a:pPr>
              <a:spcAft>
                <a:spcPts val="800"/>
              </a:spcAft>
              <a:defRPr sz="1900"/>
            </a:pPr>
            <a:r>
              <a:t>Monitor exceptions.</a:t>
            </a:r>
          </a:p>
          <a:p>
            <a:pPr>
              <a:spcAft>
                <a:spcPts val="800"/>
              </a:spcAft>
              <a:defRPr sz="1900"/>
            </a:pPr>
            <a:r>
              <a:t>Check audit history.</a:t>
            </a:r>
          </a:p>
          <a:p>
            <a:pPr>
              <a:spcAft>
                <a:spcPts val="800"/>
              </a:spcAft>
              <a:defRPr sz="1900"/>
            </a:pPr>
            <a:r>
              <a:t>Document important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Escalate security/access anomalies to superadmin/security.</a:t>
            </a:r>
          </a:p>
          <a:p>
            <a:pPr>
              <a:spcAft>
                <a:spcPts val="800"/>
              </a:spcAft>
              <a:defRPr sz="1900"/>
            </a:pPr>
            <a:r>
              <a:t>Do not grant yourself additional access.</a:t>
            </a:r>
          </a:p>
          <a:p>
            <a:pPr>
              <a:spcAft>
                <a:spcPts val="800"/>
              </a:spcAft>
              <a:defRPr sz="1900"/>
            </a:pPr>
            <a:r>
              <a:t>Preserve audit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