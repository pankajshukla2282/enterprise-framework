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/>
            </a:pPr>
            <a:r>
              <a:t>Hospital Receptionist</a:t>
            </a:r>
          </a:p>
          <a:p>
            <a:pPr>
              <a:defRPr sz="2200"/>
            </a:pPr>
            <a:r>
              <a:t>Reception/front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Role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Register/search patients safely.</a:t>
            </a:r>
          </a:p>
          <a:p>
            <a:pPr>
              <a:spcAft>
                <a:spcPts val="800"/>
              </a:spcAft>
              <a:defRPr sz="1900"/>
            </a:pPr>
            <a:r>
              <a:t>Schedule and check in patients.</a:t>
            </a:r>
          </a:p>
          <a:p>
            <a:pPr>
              <a:spcAft>
                <a:spcPts val="800"/>
              </a:spcAft>
              <a:defRPr sz="1900"/>
            </a:pPr>
            <a:r>
              <a:t>Avoid duplicate records.</a:t>
            </a:r>
          </a:p>
          <a:p>
            <a:pPr>
              <a:spcAft>
                <a:spcPts val="800"/>
              </a:spcAft>
              <a:defRPr sz="1900"/>
            </a:pPr>
            <a:r>
              <a:t>Protect patient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Role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Use only the tenant and records assigned to your work.</a:t>
            </a:r>
          </a:p>
          <a:p>
            <a:pPr>
              <a:spcAft>
                <a:spcPts val="800"/>
              </a:spcAft>
              <a:defRPr sz="1900"/>
            </a:pPr>
            <a:r>
              <a:t>Follow least-privilege access; do not work around a permission restriction.</a:t>
            </a:r>
          </a:p>
          <a:p>
            <a:pPr>
              <a:spcAft>
                <a:spcPts val="800"/>
              </a:spcAft>
              <a:defRPr sz="1900"/>
            </a:pPr>
            <a:r>
              <a:t>Verify identity, tenant and record context before critical actions.</a:t>
            </a:r>
          </a:p>
          <a:p>
            <a:pPr>
              <a:spcAft>
                <a:spcPts val="800"/>
              </a:spcAft>
              <a:defRPr sz="1900"/>
            </a:pPr>
            <a:r>
              <a:t>Preserve auditability: correct mistakes through supported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New patient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Search before creating.</a:t>
            </a:r>
          </a:p>
          <a:p>
            <a:pPr>
              <a:spcAft>
                <a:spcPts val="800"/>
              </a:spcAft>
              <a:defRPr sz="1900"/>
            </a:pPr>
            <a:r>
              <a:t>Verify identifiers using approved evidence.</a:t>
            </a:r>
          </a:p>
          <a:p>
            <a:pPr>
              <a:spcAft>
                <a:spcPts val="800"/>
              </a:spcAft>
              <a:defRPr sz="1900"/>
            </a:pPr>
            <a:r>
              <a:t>Create only necessary demographic data.</a:t>
            </a:r>
          </a:p>
          <a:p>
            <a:pPr>
              <a:spcAft>
                <a:spcPts val="800"/>
              </a:spcAft>
              <a:defRPr sz="1900"/>
            </a:pPr>
            <a:r>
              <a:t>Confirm the correct tenant.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Appointment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Confirm patient and provider.</a:t>
            </a:r>
          </a:p>
          <a:p>
            <a:pPr>
              <a:spcAft>
                <a:spcPts val="800"/>
              </a:spcAft>
              <a:defRPr sz="1900"/>
            </a:pPr>
            <a:r>
              <a:t>Check date/time and appointment status.</a:t>
            </a:r>
          </a:p>
          <a:p>
            <a:pPr>
              <a:spcAft>
                <a:spcPts val="800"/>
              </a:spcAft>
              <a:defRPr sz="1900"/>
            </a:pPr>
            <a:r>
              <a:t>Save once and verify confirmation.</a:t>
            </a:r>
          </a:p>
          <a:p>
            <a:pPr>
              <a:spcAft>
                <a:spcPts val="800"/>
              </a:spcAft>
              <a:defRPr sz="1900"/>
            </a:pPr>
            <a:r>
              <a:t>Handle rescheduling through the supported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Check-in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Verify patient identity.</a:t>
            </a:r>
          </a:p>
          <a:p>
            <a:pPr>
              <a:spcAft>
                <a:spcPts val="800"/>
              </a:spcAft>
              <a:defRPr sz="1900"/>
            </a:pPr>
            <a:r>
              <a:t>Confirm today's appointment.</a:t>
            </a:r>
          </a:p>
          <a:p>
            <a:pPr>
              <a:spcAft>
                <a:spcPts val="800"/>
              </a:spcAft>
              <a:defRPr sz="1900"/>
            </a:pPr>
            <a:r>
              <a:t>Mark the correct encounter/check-in status.</a:t>
            </a:r>
          </a:p>
          <a:p>
            <a:pPr>
              <a:spcAft>
                <a:spcPts val="800"/>
              </a:spcAft>
              <a:defRPr sz="1900"/>
            </a:pPr>
            <a:r>
              <a:t>Do not alter clinical information outside your role.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Risks to recognize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Duplicate patient creation.</a:t>
            </a:r>
          </a:p>
          <a:p>
            <a:pPr>
              <a:spcAft>
                <a:spcPts val="800"/>
              </a:spcAft>
              <a:defRPr sz="1900"/>
            </a:pPr>
            <a:r>
              <a:t>Wrong patient selection.</a:t>
            </a:r>
          </a:p>
          <a:p>
            <a:pPr>
              <a:spcAft>
                <a:spcPts val="800"/>
              </a:spcAft>
              <a:defRPr sz="1900"/>
            </a:pPr>
            <a:r>
              <a:t>Privacy exposure at front desk.</a:t>
            </a:r>
          </a:p>
          <a:p>
            <a:pPr>
              <a:spcAft>
                <a:spcPts val="800"/>
              </a:spcAft>
              <a:defRPr sz="1900"/>
            </a:pPr>
            <a:r>
              <a:t>Unauthorized clinical or financial edits.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Daily competency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Search before create.</a:t>
            </a:r>
          </a:p>
          <a:p>
            <a:pPr>
              <a:spcAft>
                <a:spcPts val="800"/>
              </a:spcAft>
              <a:defRPr sz="1900"/>
            </a:pPr>
            <a:r>
              <a:t>Confirm identity.</a:t>
            </a:r>
          </a:p>
          <a:p>
            <a:pPr>
              <a:spcAft>
                <a:spcPts val="800"/>
              </a:spcAft>
              <a:defRPr sz="1900"/>
            </a:pPr>
            <a:r>
              <a:t>Confirm appointment details.</a:t>
            </a:r>
          </a:p>
          <a:p>
            <a:pPr>
              <a:spcAft>
                <a:spcPts val="800"/>
              </a:spcAft>
              <a:defRPr sz="1900"/>
            </a:pPr>
            <a:r>
              <a:t>Use only receptionist permissions.</a:t>
            </a:r>
          </a:p>
          <a:p>
            <a:pPr>
              <a:spcAft>
                <a:spcPts val="800"/>
              </a:spcAft>
              <a:defRPr sz="1900"/>
            </a:pPr>
            <a:r>
              <a:t>Escalate duplicate/identity issues.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When something goes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Stop and verify patient identity.</a:t>
            </a:r>
          </a:p>
          <a:p>
            <a:pPr>
              <a:spcAft>
                <a:spcPts val="800"/>
              </a:spcAft>
              <a:defRPr sz="1900"/>
            </a:pPr>
            <a:r>
              <a:t>Escalate suspected duplicate records.</a:t>
            </a:r>
          </a:p>
          <a:p>
            <a:pPr>
              <a:spcAft>
                <a:spcPts val="800"/>
              </a:spcAft>
              <a:defRPr sz="1900"/>
            </a:pPr>
            <a:r>
              <a:t>Never disclose records to an unverified requester.</a:t>
            </a:r>
          </a:p>
          <a:p>
            <a:pPr>
              <a:spcAft>
                <a:spcPts val="800"/>
              </a:spcAft>
              <a:defRPr sz="1900"/>
            </a:pPr>
            <a:r>
              <a:t>Report access anomalies.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1. What tenant are you working in?</a:t>
            </a:r>
          </a:p>
          <a:p>
            <a:pPr>
              <a:spcAft>
                <a:spcPts val="800"/>
              </a:spcAft>
              <a:defRPr sz="1900"/>
            </a:pPr>
            <a:r>
              <a:t>2. Which actions require your role and which require another role?</a:t>
            </a:r>
          </a:p>
          <a:p>
            <a:pPr>
              <a:spcAft>
                <a:spcPts val="800"/>
              </a:spcAft>
              <a:defRPr sz="1900"/>
            </a:pPr>
            <a:r>
              <a:t>3. What should you verify before a critical save/submit?</a:t>
            </a:r>
          </a:p>
          <a:p>
            <a:pPr>
              <a:spcAft>
                <a:spcPts val="800"/>
              </a:spcAft>
              <a:defRPr sz="1900"/>
            </a:pPr>
            <a:r>
              <a:t>4. What should you do when a critical transaction appears to fail?</a:t>
            </a:r>
          </a:p>
          <a:p>
            <a:pPr>
              <a:spcAft>
                <a:spcPts val="800"/>
              </a:spcAft>
              <a:defRPr sz="1900"/>
            </a:pPr>
            <a:r>
              <a:t>5. Who is the approved escalation point for access, privacy, data or financial issues?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