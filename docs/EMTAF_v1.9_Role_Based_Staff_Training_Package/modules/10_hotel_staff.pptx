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/>
            </a:pPr>
            <a:r>
              <a:t>Hotel Staff</a:t>
            </a:r>
          </a:p>
          <a:p>
            <a:pPr>
              <a:defRPr sz="2200"/>
            </a:pPr>
            <a:r>
              <a:t>Front desk, housekeeping, finance and managers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Role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Manage reservations and guest records safely.</a:t>
            </a:r>
          </a:p>
          <a:p>
            <a:pPr>
              <a:spcAft>
                <a:spcPts val="800"/>
              </a:spcAft>
              <a:defRPr sz="1900"/>
            </a:pPr>
            <a:r>
              <a:t>Coordinate room status and check-in/out.</a:t>
            </a:r>
          </a:p>
          <a:p>
            <a:pPr>
              <a:spcAft>
                <a:spcPts val="800"/>
              </a:spcAft>
              <a:defRPr sz="1900"/>
            </a:pPr>
            <a:r>
              <a:t>Reconcile payments.</a:t>
            </a:r>
          </a:p>
          <a:p>
            <a:pPr>
              <a:spcAft>
                <a:spcPts val="800"/>
              </a:spcAft>
              <a:defRPr sz="1900"/>
            </a:pPr>
            <a:r>
              <a:t>Protect guest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Role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Use only the tenant and records assigned to your work.</a:t>
            </a:r>
          </a:p>
          <a:p>
            <a:pPr>
              <a:spcAft>
                <a:spcPts val="800"/>
              </a:spcAft>
              <a:defRPr sz="1900"/>
            </a:pPr>
            <a:r>
              <a:t>Follow least-privilege access; do not work around a permission restriction.</a:t>
            </a:r>
          </a:p>
          <a:p>
            <a:pPr>
              <a:spcAft>
                <a:spcPts val="800"/>
              </a:spcAft>
              <a:defRPr sz="1900"/>
            </a:pPr>
            <a:r>
              <a:t>Verify identity, tenant and record context before critical actions.</a:t>
            </a:r>
          </a:p>
          <a:p>
            <a:pPr>
              <a:spcAft>
                <a:spcPts val="800"/>
              </a:spcAft>
              <a:defRPr sz="1900"/>
            </a:pPr>
            <a:r>
              <a:t>Preserve auditability: correct mistakes through supported workflows.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Reservation/check-in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Verify guest and booking.</a:t>
            </a:r>
          </a:p>
          <a:p>
            <a:pPr>
              <a:spcAft>
                <a:spcPts val="800"/>
              </a:spcAft>
              <a:defRPr sz="1900"/>
            </a:pPr>
            <a:r>
              <a:t>Confirm dates and room status.</a:t>
            </a:r>
          </a:p>
          <a:p>
            <a:pPr>
              <a:spcAft>
                <a:spcPts val="800"/>
              </a:spcAft>
              <a:defRPr sz="1900"/>
            </a:pPr>
            <a:r>
              <a:t>Check in once.</a:t>
            </a:r>
          </a:p>
          <a:p>
            <a:pPr>
              <a:spcAft>
                <a:spcPts val="800"/>
              </a:spcAft>
              <a:defRPr sz="1900"/>
            </a:pPr>
            <a:r>
              <a:t>Verify resulting room/booking state.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Housekeeping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Update the correct room.</a:t>
            </a:r>
          </a:p>
          <a:p>
            <a:pPr>
              <a:spcAft>
                <a:spcPts val="800"/>
              </a:spcAft>
              <a:defRPr sz="1900"/>
            </a:pPr>
            <a:r>
              <a:t>Use accurate status.</a:t>
            </a:r>
          </a:p>
          <a:p>
            <a:pPr>
              <a:spcAft>
                <a:spcPts val="800"/>
              </a:spcAft>
              <a:defRPr sz="1900"/>
            </a:pPr>
            <a:r>
              <a:t>Avoid changing reservation/financial data outside role.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Scenario: Payment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Verify folio/invoice.</a:t>
            </a:r>
          </a:p>
          <a:p>
            <a:pPr>
              <a:spcAft>
                <a:spcPts val="800"/>
              </a:spcAft>
              <a:defRPr sz="1900"/>
            </a:pPr>
            <a:r>
              <a:t>Record payment once.</a:t>
            </a:r>
          </a:p>
          <a:p>
            <a:pPr>
              <a:spcAft>
                <a:spcPts val="800"/>
              </a:spcAft>
              <a:defRPr sz="1900"/>
            </a:pPr>
            <a:r>
              <a:t>Reconcile status before retrying.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Risks to recognize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Wrong room assignment.</a:t>
            </a:r>
          </a:p>
          <a:p>
            <a:pPr>
              <a:spcAft>
                <a:spcPts val="800"/>
              </a:spcAft>
              <a:defRPr sz="1900"/>
            </a:pPr>
            <a:r>
              <a:t>Duplicate booking.</a:t>
            </a:r>
          </a:p>
          <a:p>
            <a:pPr>
              <a:spcAft>
                <a:spcPts val="800"/>
              </a:spcAft>
              <a:defRPr sz="1900"/>
            </a:pPr>
            <a:r>
              <a:t>Guest privacy exposure.</a:t>
            </a:r>
          </a:p>
          <a:p>
            <a:pPr>
              <a:spcAft>
                <a:spcPts val="800"/>
              </a:spcAft>
              <a:defRPr sz="1900"/>
            </a:pPr>
            <a:r>
              <a:t>Payment duplication.</a:t>
            </a:r>
          </a:p>
          <a:p>
            <a:pPr>
              <a:spcAft>
                <a:spcPts val="800"/>
              </a:spcAft>
              <a:defRPr sz="1900"/>
            </a:pPr>
            <a:r>
              <a:t>Unauthorized rate/booking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Daily competency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Verify booking and guest.</a:t>
            </a:r>
          </a:p>
          <a:p>
            <a:pPr>
              <a:spcAft>
                <a:spcPts val="800"/>
              </a:spcAft>
              <a:defRPr sz="1900"/>
            </a:pPr>
            <a:r>
              <a:t>Check room status.</a:t>
            </a:r>
          </a:p>
          <a:p>
            <a:pPr>
              <a:spcAft>
                <a:spcPts val="800"/>
              </a:spcAft>
              <a:defRPr sz="1900"/>
            </a:pPr>
            <a:r>
              <a:t>Reconcile payments.</a:t>
            </a:r>
          </a:p>
          <a:p>
            <a:pPr>
              <a:spcAft>
                <a:spcPts val="800"/>
              </a:spcAft>
              <a:defRPr sz="1900"/>
            </a:pPr>
            <a:r>
              <a:t>Use role-specific permissions.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When something goes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Stop ambiguous payment/check-in actions.</a:t>
            </a:r>
          </a:p>
          <a:p>
            <a:pPr>
              <a:spcAft>
                <a:spcPts val="800"/>
              </a:spcAft>
              <a:defRPr sz="1900"/>
            </a:pPr>
            <a:r>
              <a:t>Escalate privacy, booking or financial inconsistencies.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1. What tenant are you working in?</a:t>
            </a:r>
          </a:p>
          <a:p>
            <a:pPr>
              <a:spcAft>
                <a:spcPts val="800"/>
              </a:spcAft>
              <a:defRPr sz="1900"/>
            </a:pPr>
            <a:r>
              <a:t>2. Which actions require your role and which require another role?</a:t>
            </a:r>
          </a:p>
          <a:p>
            <a:pPr>
              <a:spcAft>
                <a:spcPts val="800"/>
              </a:spcAft>
              <a:defRPr sz="1900"/>
            </a:pPr>
            <a:r>
              <a:t>3. What should you verify before a critical save/submit?</a:t>
            </a:r>
          </a:p>
          <a:p>
            <a:pPr>
              <a:spcAft>
                <a:spcPts val="800"/>
              </a:spcAft>
              <a:defRPr sz="1900"/>
            </a:pPr>
            <a:r>
              <a:t>4. What should you do when a critical transaction appears to fail?</a:t>
            </a:r>
          </a:p>
          <a:p>
            <a:pPr>
              <a:spcAft>
                <a:spcPts val="800"/>
              </a:spcAft>
              <a:defRPr sz="1900"/>
            </a:pPr>
            <a:r>
              <a:t>5. Who is the approved escalation point for access, privacy, data or financial issues?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EMTAF v1.9 • Train on the workflow, not just the screen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