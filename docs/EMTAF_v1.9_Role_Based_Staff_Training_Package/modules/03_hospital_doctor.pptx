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Doctor</a:t>
            </a:r>
          </a:p>
          <a:p>
            <a:pPr>
              <a:defRPr sz="2200"/>
            </a:pPr>
            <a:r>
              <a:t>Doctors/clinical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patient context correctly.</a:t>
            </a:r>
          </a:p>
          <a:p>
            <a:pPr>
              <a:spcAft>
                <a:spcPts val="800"/>
              </a:spcAft>
              <a:defRPr sz="1900"/>
            </a:pPr>
            <a:r>
              <a:t>Document encounters accurately.</a:t>
            </a:r>
          </a:p>
          <a:p>
            <a:pPr>
              <a:spcAft>
                <a:spcPts val="800"/>
              </a:spcAft>
              <a:defRPr sz="1900"/>
            </a:pPr>
            <a:r>
              <a:t>Order investigations and prescriptions within authorization.</a:t>
            </a:r>
          </a:p>
          <a:p>
            <a:pPr>
              <a:spcAft>
                <a:spcPts val="800"/>
              </a:spcAft>
              <a:defRPr sz="1900"/>
            </a:pPr>
            <a:r>
              <a:t>Protect clinical confidentiality.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Clinical encounter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Confirm patient and encounter context.</a:t>
            </a:r>
          </a:p>
          <a:p>
            <a:pPr>
              <a:spcAft>
                <a:spcPts val="800"/>
              </a:spcAft>
              <a:defRPr sz="1900"/>
            </a:pPr>
            <a:r>
              <a:t>Document assessment and plan.</a:t>
            </a:r>
          </a:p>
          <a:p>
            <a:pPr>
              <a:spcAft>
                <a:spcPts val="800"/>
              </a:spcAft>
              <a:defRPr sz="1900"/>
            </a:pPr>
            <a:r>
              <a:t>Save the encounter using the supported workflow.</a:t>
            </a:r>
          </a:p>
          <a:p>
            <a:pPr>
              <a:spcAft>
                <a:spcPts val="800"/>
              </a:spcAft>
              <a:defRPr sz="1900"/>
            </a:pPr>
            <a:r>
              <a:t>Review before finalizing.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Prescription/lab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patient and clinical context.</a:t>
            </a:r>
          </a:p>
          <a:p>
            <a:pPr>
              <a:spcAft>
                <a:spcPts val="800"/>
              </a:spcAft>
              <a:defRPr sz="1900"/>
            </a:pPr>
            <a:r>
              <a:t>Enter medication/order details carefully.</a:t>
            </a:r>
          </a:p>
          <a:p>
            <a:pPr>
              <a:spcAft>
                <a:spcPts val="800"/>
              </a:spcAft>
              <a:defRPr sz="1900"/>
            </a:pPr>
            <a:r>
              <a:t>Review dose/test details before submission.</a:t>
            </a:r>
          </a:p>
          <a:p>
            <a:pPr>
              <a:spcAft>
                <a:spcPts val="800"/>
              </a:spcAft>
              <a:defRPr sz="1900"/>
            </a:pPr>
            <a:r>
              <a:t>Do not use another clinician's 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 not erase history to hide an error.</a:t>
            </a:r>
          </a:p>
          <a:p>
            <a:pPr>
              <a:spcAft>
                <a:spcPts val="800"/>
              </a:spcAft>
              <a:defRPr sz="1900"/>
            </a:pPr>
            <a:r>
              <a:t>Use the approved correction/amendment workflow.</a:t>
            </a:r>
          </a:p>
          <a:p>
            <a:pPr>
              <a:spcAft>
                <a:spcPts val="800"/>
              </a:spcAft>
              <a:defRPr sz="1900"/>
            </a:pPr>
            <a:r>
              <a:t>Preserve the reason and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Wrong-patient documentation.</a:t>
            </a:r>
          </a:p>
          <a:p>
            <a:pPr>
              <a:spcAft>
                <a:spcPts val="800"/>
              </a:spcAft>
              <a:defRPr sz="1900"/>
            </a:pPr>
            <a:r>
              <a:t>Clinical-data errors.</a:t>
            </a:r>
          </a:p>
          <a:p>
            <a:pPr>
              <a:spcAft>
                <a:spcPts val="800"/>
              </a:spcAft>
              <a:defRPr sz="1900"/>
            </a:pPr>
            <a:r>
              <a:t>Unauthorized record access.</a:t>
            </a:r>
          </a:p>
          <a:p>
            <a:pPr>
              <a:spcAft>
                <a:spcPts val="800"/>
              </a:spcAft>
              <a:defRPr sz="1900"/>
            </a:pPr>
            <a:r>
              <a:t>Duplicate orders caused by repeated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patient before documentation.</a:t>
            </a:r>
          </a:p>
          <a:p>
            <a:pPr>
              <a:spcAft>
                <a:spcPts val="800"/>
              </a:spcAft>
              <a:defRPr sz="1900"/>
            </a:pPr>
            <a:r>
              <a:t>Review critical clinical values.</a:t>
            </a:r>
          </a:p>
          <a:p>
            <a:pPr>
              <a:spcAft>
                <a:spcPts val="800"/>
              </a:spcAft>
              <a:defRPr sz="1900"/>
            </a:pPr>
            <a:r>
              <a:t>Complete required fields.</a:t>
            </a:r>
          </a:p>
          <a:p>
            <a:pPr>
              <a:spcAft>
                <a:spcPts val="800"/>
              </a:spcAft>
              <a:defRPr sz="1900"/>
            </a:pPr>
            <a:r>
              <a:t>Use approved correction procedures.</a:t>
            </a:r>
          </a:p>
          <a:p>
            <a:pPr>
              <a:spcAft>
                <a:spcPts val="800"/>
              </a:spcAft>
              <a:defRPr sz="1900"/>
            </a:pPr>
            <a:r>
              <a:t>Escalate suspected privacy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if patient identity is uncertain.</a:t>
            </a:r>
          </a:p>
          <a:p>
            <a:pPr>
              <a:spcAft>
                <a:spcPts val="800"/>
              </a:spcAft>
              <a:defRPr sz="1900"/>
            </a:pPr>
            <a:r>
              <a:t>Do not make manual database corrections.</a:t>
            </a:r>
          </a:p>
          <a:p>
            <a:pPr>
              <a:spcAft>
                <a:spcPts val="800"/>
              </a:spcAft>
              <a:defRPr sz="1900"/>
            </a:pPr>
            <a:r>
              <a:t>Report clinical/data-integrity incidents through the approved clinical governance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